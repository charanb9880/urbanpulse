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86"/>
  </p:normalViewPr>
  <p:slideViewPr>
    <p:cSldViewPr snapToGrid="0">
      <p:cViewPr>
        <p:scale>
          <a:sx n="97" d="100"/>
          <a:sy n="97" d="100"/>
        </p:scale>
        <p:origin x="-5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50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5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21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90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5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4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35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21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37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086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48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A30FFA2-277E-4734-AFEE-3FC765B4FDD3}" type="datetimeFigureOut">
              <a:rPr lang="en-IN" smtClean="0"/>
              <a:t>05/06/26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AB853D2-CE0E-43B5-865C-41412596D17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4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2" y="-58440"/>
            <a:ext cx="9143999" cy="1143000"/>
          </a:xfrm>
        </p:spPr>
        <p:txBody>
          <a:bodyPr/>
          <a:lstStyle/>
          <a:p>
            <a:pPr algn="ctr">
              <a:defRPr sz="3200">
                <a:latin typeface="Times New Roman"/>
              </a:defRPr>
            </a:pPr>
            <a:r>
              <a:rPr lang="en-US" b="1" dirty="0"/>
              <a:t>URBANPULSE AI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1" y="1166019"/>
            <a:ext cx="9144000" cy="4525963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  <a:defRPr sz="2800">
                <a:latin typeface="Times New Roman"/>
              </a:defRPr>
            </a:pPr>
            <a:r>
              <a:rPr dirty="0"/>
              <a:t>Smart City Traffic Intelligence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9D744-4F6D-64AE-B6B1-D1D2B68CBBA9}"/>
              </a:ext>
            </a:extLst>
          </p:cNvPr>
          <p:cNvSpPr txBox="1"/>
          <p:nvPr/>
        </p:nvSpPr>
        <p:spPr>
          <a:xfrm>
            <a:off x="3047999" y="2767203"/>
            <a:ext cx="9144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1E788-BB38-65BE-344A-B02462302DFC}"/>
              </a:ext>
            </a:extLst>
          </p:cNvPr>
          <p:cNvSpPr txBox="1"/>
          <p:nvPr/>
        </p:nvSpPr>
        <p:spPr>
          <a:xfrm>
            <a:off x="6309554" y="3003552"/>
            <a:ext cx="6046207" cy="1684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AISHWARYA SHASTRI[4PS23CB002]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ASHUTOSH RAJ[4PS23CB005]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D9D67-053D-8853-3E45-528C4E3A22A0}"/>
              </a:ext>
            </a:extLst>
          </p:cNvPr>
          <p:cNvSpPr txBox="1"/>
          <p:nvPr/>
        </p:nvSpPr>
        <p:spPr>
          <a:xfrm>
            <a:off x="6309554" y="4686195"/>
            <a:ext cx="5247655" cy="1684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CHARAN B[4PS23CB008]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DIYA GOWDA S S[4PS23CB403]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FC67F-531C-2309-9A4C-B76FFD7AB7DA}"/>
              </a:ext>
            </a:extLst>
          </p:cNvPr>
          <p:cNvSpPr txBox="1"/>
          <p:nvPr/>
        </p:nvSpPr>
        <p:spPr>
          <a:xfrm>
            <a:off x="218844" y="2627864"/>
            <a:ext cx="6698512" cy="369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Puttaswamy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Business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0E33-937C-A030-B1E8-37C44D4DF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2D44FF-2A31-77C6-E57D-157486ECC2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1720" y="1482569"/>
            <a:ext cx="7663380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is a major urban issue.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have limited prediction accuracy.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Large-scale traffic data is difficult to process.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of mobility data is at risk.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a scalable and secure prediction system. </a:t>
            </a:r>
          </a:p>
        </p:txBody>
      </p:sp>
    </p:spTree>
    <p:extLst>
      <p:ext uri="{BB962C8B-B14F-4D97-AF65-F5344CB8AC3E}">
        <p14:creationId xmlns:p14="http://schemas.microsoft.com/office/powerpoint/2010/main" val="329633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A008-A67E-CAD3-48B1-331D9C24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D9DFAE-F268-8427-1C83-3EE5F74C17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267126"/>
            <a:ext cx="8821972" cy="4323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Graph Neural Network model.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traffic speed and volume.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congestion in real time.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privacy using Federated Learning.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Differential Privacy techniques.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visualization through dashboard. </a:t>
            </a:r>
          </a:p>
        </p:txBody>
      </p:sp>
    </p:spTree>
    <p:extLst>
      <p:ext uri="{BB962C8B-B14F-4D97-AF65-F5344CB8AC3E}">
        <p14:creationId xmlns:p14="http://schemas.microsoft.com/office/powerpoint/2010/main" val="58667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00C8-125B-3B4E-374E-17559EB9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30483-C3AD-36CB-0EB0-B0DF75D74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40673"/>
            <a:ext cx="3779520" cy="518552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Geometric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IN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42FE1-F2A5-0D32-E012-8C60B66D69C6}"/>
              </a:ext>
            </a:extLst>
          </p:cNvPr>
          <p:cNvSpPr txBox="1"/>
          <p:nvPr/>
        </p:nvSpPr>
        <p:spPr>
          <a:xfrm>
            <a:off x="7002552" y="1963838"/>
            <a:ext cx="5407741" cy="260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IN" dirty="0"/>
              <a:t>Hardware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N" b="0" dirty="0"/>
              <a:t>Intel i5 / </a:t>
            </a:r>
            <a:r>
              <a:rPr lang="en-IN" b="0" dirty="0" err="1"/>
              <a:t>Ryzen</a:t>
            </a:r>
            <a:r>
              <a:rPr lang="en-IN" b="0" dirty="0"/>
              <a:t> 5 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N" b="0" dirty="0"/>
              <a:t>16 GB RAM 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N" b="0" dirty="0"/>
              <a:t>50 GB Storage </a:t>
            </a:r>
          </a:p>
        </p:txBody>
      </p:sp>
    </p:spTree>
    <p:extLst>
      <p:ext uri="{BB962C8B-B14F-4D97-AF65-F5344CB8AC3E}">
        <p14:creationId xmlns:p14="http://schemas.microsoft.com/office/powerpoint/2010/main" val="99444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latin typeface="Times New Roman"/>
              </a:defRPr>
            </a:pPr>
            <a:r>
              <a:rPr b="1" dirty="0"/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F4CE9-660A-D843-7046-357F36410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1"/>
          <a:stretch>
            <a:fillRect/>
          </a:stretch>
        </p:blipFill>
        <p:spPr>
          <a:xfrm>
            <a:off x="1086677" y="1737360"/>
            <a:ext cx="9856966" cy="4458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4CA9-41AE-12AA-9324-7466D19CD7B9}"/>
              </a:ext>
            </a:extLst>
          </p:cNvPr>
          <p:cNvSpPr txBox="1">
            <a:spLocks/>
          </p:cNvSpPr>
          <p:nvPr/>
        </p:nvSpPr>
        <p:spPr>
          <a:xfrm>
            <a:off x="1066800" y="575101"/>
            <a:ext cx="10058400" cy="1450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0DE0A-D89B-59B2-F873-7FEBDC15C8A6}"/>
              </a:ext>
            </a:extLst>
          </p:cNvPr>
          <p:cNvSpPr txBox="1">
            <a:spLocks/>
          </p:cNvSpPr>
          <p:nvPr/>
        </p:nvSpPr>
        <p:spPr>
          <a:xfrm>
            <a:off x="785994" y="1300480"/>
            <a:ext cx="11094720" cy="4257040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</a:p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sz="2800" dirty="0">
                <a:latin typeface="Times New Roman"/>
              </a:rPr>
              <a:t>Validate reports using AI models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sz="2800" dirty="0" err="1">
                <a:latin typeface="Times New Roman"/>
              </a:rPr>
              <a:t>Analyze</a:t>
            </a:r>
            <a:r>
              <a:rPr lang="en-IN" sz="2800" dirty="0">
                <a:latin typeface="Times New Roman"/>
              </a:rPr>
              <a:t> predicted traffic impact severity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sz="2800" dirty="0">
                <a:latin typeface="Times New Roman"/>
              </a:rPr>
              <a:t>Prioritize incidents using </a:t>
            </a:r>
            <a:r>
              <a:rPr lang="en-IN" sz="2800">
                <a:latin typeface="Times New Roman"/>
              </a:rPr>
              <a:t>risk intelligence</a:t>
            </a:r>
            <a:endParaRPr lang="en-IN" sz="2800" dirty="0">
              <a:latin typeface="Times New Roman"/>
            </a:endParaRPr>
          </a:p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 </a:t>
            </a:r>
          </a:p>
          <a:p>
            <a:pPr algn="r">
              <a:buClr>
                <a:schemeClr val="tx1"/>
              </a:buClr>
              <a:buFont typeface="Wingdings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EB36DC-7F10-E63F-8AD2-B2181396298B}"/>
              </a:ext>
            </a:extLst>
          </p:cNvPr>
          <p:cNvCxnSpPr>
            <a:cxnSpLocks/>
          </p:cNvCxnSpPr>
          <p:nvPr/>
        </p:nvCxnSpPr>
        <p:spPr>
          <a:xfrm>
            <a:off x="194553" y="1068203"/>
            <a:ext cx="116861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9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latin typeface="Times New Roman"/>
              </a:defRPr>
            </a:pPr>
            <a:r>
              <a:rPr b="1" dirty="0"/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dirty="0"/>
              <a:t>Modern React frontend architecture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dirty="0"/>
              <a:t>Scalable Node.js service layer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dirty="0"/>
              <a:t>OpenStreetMap geospatial intelligence integration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dirty="0"/>
              <a:t>Weather intelligence API connectivity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dirty="0"/>
              <a:t>AI-driven analytical workflow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1DF4-1C75-AB2F-3B4D-7887A670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DD21-CE71-753D-8986-9C45D0D0AD54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Accelerated incident assessment workflows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Reduced manual verification dependency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Enhanced traffic situational awareness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Improved authority response preparedness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Strengthened smart city intelligence capabilities</a:t>
            </a:r>
          </a:p>
        </p:txBody>
      </p:sp>
    </p:spTree>
    <p:extLst>
      <p:ext uri="{BB962C8B-B14F-4D97-AF65-F5344CB8AC3E}">
        <p14:creationId xmlns:p14="http://schemas.microsoft.com/office/powerpoint/2010/main" val="246190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DC8A-4513-25A3-C4B3-42828DEF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921" y="241019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BD6D-FFF0-AF5E-C3A3-02C2DCF42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920" y="1647172"/>
            <a:ext cx="13791225" cy="561640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Unified urban intelligence management platform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Bridging citizens and city authorities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Leveraging AI for informed decisions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Real-time government traffic data integration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Advanced graph neural network predictions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r>
              <a:rPr lang="en-IN" dirty="0"/>
              <a:t>Scalable deployment across multiple cities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 sz="2800">
                <a:latin typeface="Times New Roman"/>
              </a:defRP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08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64EA-48C1-894F-4BDE-43CAC8F1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0AB495-B6E3-12E8-DAE5-4ACB965675D3}"/>
              </a:ext>
            </a:extLst>
          </p:cNvPr>
          <p:cNvSpPr/>
          <p:nvPr/>
        </p:nvSpPr>
        <p:spPr>
          <a:xfrm>
            <a:off x="1312094" y="2321004"/>
            <a:ext cx="9567812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38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060697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649</TotalTime>
  <Words>261</Words>
  <Application>Microsoft Macintosh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Times New Roman</vt:lpstr>
      <vt:lpstr>Wingdings</vt:lpstr>
      <vt:lpstr>Retrospect</vt:lpstr>
      <vt:lpstr>URBANPULSE AI</vt:lpstr>
      <vt:lpstr>Problem Statement</vt:lpstr>
      <vt:lpstr>Objectives</vt:lpstr>
      <vt:lpstr>System Requirements</vt:lpstr>
      <vt:lpstr>SYSTEM ARCHITECTURE</vt:lpstr>
      <vt:lpstr>PowerPoint Presentation</vt:lpstr>
      <vt:lpstr>IMPLEMENTATION DETAILS</vt:lpstr>
      <vt:lpstr>Results and Outcomes</vt:lpstr>
      <vt:lpstr>Conclusion &amp; 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shastri</dc:creator>
  <cp:lastModifiedBy>Charan B</cp:lastModifiedBy>
  <cp:revision>4</cp:revision>
  <dcterms:created xsi:type="dcterms:W3CDTF">2026-06-05T01:49:38Z</dcterms:created>
  <dcterms:modified xsi:type="dcterms:W3CDTF">2026-06-05T12:41:27Z</dcterms:modified>
</cp:coreProperties>
</file>